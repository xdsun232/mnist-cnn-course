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封面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项目介绍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核心知识点 - CNN架构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核心知识点 - 训练过程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核心知识点 - 模型优化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成果 - 学习收获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成果 - 典型结果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展望 - 进阶方向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项目展示评分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总结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手写数字识别CNN 4天训练营</dc:title>
  <dc:subject>PptxGenJS Presentation</dc:subject>
  <dc:creator>Created by Marp</dc:creator>
  <cp:lastModifiedBy>Created by Marp</cp:lastModifiedBy>
  <cp:revision>1</cp:revision>
  <dcterms:created xsi:type="dcterms:W3CDTF">2026-06-07T14:30:46Z</dcterms:created>
  <dcterms:modified xsi:type="dcterms:W3CDTF">2026-06-07T14:30:46Z</dcterms:modified>
</cp:coreProperties>
</file>